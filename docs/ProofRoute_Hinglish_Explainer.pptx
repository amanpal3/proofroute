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ProofRoute</a:t>
            </a:r>
          </a:p>
          <a:p>
            <a:pPr>
              <a:spcBef>
                <a:spcPts val="1200"/>
              </a:spcBef>
              <a:defRPr sz="2300">
                <a:solidFill>
                  <a:srgbClr val="A5F3FC"/>
                </a:solidFill>
              </a:defRPr>
            </a:pPr>
            <a:r>
              <a:t>Document verification + ML risk analysis + blockchain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E2E8F0"/>
                </a:solidFill>
              </a:defRPr>
            </a:pPr>
            <a:r>
              <a:t>Simple idea: document asli hai ya tampered, uska evidence ek hi portal par.</a:t>
            </a:r>
          </a:p>
          <a:p>
            <a:pPr>
              <a:spcAft>
                <a:spcPts val="1300"/>
              </a:spcAft>
              <a:defRPr sz="2000">
                <a:solidFill>
                  <a:srgbClr val="E2E8F0"/>
                </a:solidFill>
              </a:defRPr>
            </a:pPr>
            <a:r>
              <a:t>Hinglish walkthrough: Frontend, Backend, ML aur Blockchain ka connection.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1. Problem aur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Supply-chain documents ko verify karna easy, fast aur explainable banana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82296" cy="3474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8006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Problem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Certificate, invoice ya Bill of Lading edit ho sakta hai. Manual checking slow hoti hai aur normal database par trust limited hota 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82296" cy="3474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006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ProofRoute Solution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File ka hash blockchain par anchor hota hai. ML document ke visual/text signals check karta hai. User ko proof + risk explanation milti hai.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4155"/>
                </a:solidFill>
              </a:defRPr>
            </a:pPr>
            <a:r>
              <a:t>ProofRoute | Hinglish Explainer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2. 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Ek document verify hone par system mein kya hota hai?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82296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1. Upload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User PDF/image select karta hai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82296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91639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2. Hash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SHA-256 fingerprint banta hai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087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508760"/>
            <a:ext cx="82296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91639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3. Backend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API request validate aur route karta hai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82296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49039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4. ML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OCR, ELA aur Copy-Move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3566160"/>
            <a:ext cx="82296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749039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5. Blockchain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Registered hash se match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56616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566160"/>
            <a:ext cx="82296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749039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6. Result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VALID / TAMPERED + risk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4155"/>
                </a:solidFill>
              </a:defRPr>
            </a:pPr>
            <a:r>
              <a:t>ProofRoute | Hinglish Explainer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3. Frontend ka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Next.js portal user ko simple verification experience deta 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DocumentDropzone: drag-and-drop file upload aur browser mein SHA-256 hashing.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Verification page: product ID ya document hash se lookup.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Risk card: VALID/TAMPERED status, score, confidence aur reasons.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Forensics page: ELA heatmap, CMFD score aur document inspection view.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Issuer aur logistics pages: batch registration aur shipment milestones.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4155"/>
                </a:solidFill>
              </a:defRPr>
            </a:pPr>
            <a:r>
              <a:t>ProofRoute | Hinglish Explainer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4. Backend ka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FastAPI system ka coordinator 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Request validation: file type, size aur required fields check karta hai.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SHA-256: raw document bytes ka server-side hash calculate karta hai.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Verification service: blockchain lookup, database fallback aur ML call coordinate karta hai.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Risk service: document bytes available ho to local ML pipeline; warna heuristic/remote fallback.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Response: status, on-chain information aur risk_assessment frontend ko deta hai.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4155"/>
                </a:solidFill>
              </a:defRPr>
            </a:pPr>
            <a:r>
              <a:t>ProofRoute | Hinglish Explainer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5. ML ka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ML authenticity ka final proof nahi; ye decision-support signal hai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82296" cy="3474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OCR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Text aur numeric fields extract/normalize. Low confidence ho to reason add hota 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82296" cy="3474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10896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ELA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Compression anomaly detect karta hai. Editing/splicing ke suspicious areas ka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6304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63040"/>
            <a:ext cx="82296" cy="3474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10896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Copy-Move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Repeated byte blocks ya duplicated stamp/seal patterns ka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Signals combine hoke risk_score (0-100), risk_level, confidence aur explainable reasons banate hain.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4155"/>
                </a:solidFill>
              </a:defRPr>
            </a:pPr>
            <a:r>
              <a:t>ProofRoute | Hinglish Explainer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6. Blockchain aur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Dono ka role alag hai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51206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82296" cy="3291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0915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Blockchain = Authority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Document hash, issuer aur registration ka immutable proof. Hash match ho to cryptographic integrity 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206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82296" cy="3291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0915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Database = Fast Projection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Products, events, verification history aur UI queries ko fast banata hai. Database blockchain ka replacement nahi.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4155"/>
                </a:solidFill>
              </a:defRPr>
            </a:pPr>
            <a:r>
              <a:t>ProofRoute | Hinglish Explainer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7. India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Easy demo IDs jo portal mein try kiye ja sakte 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82296" cy="374903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463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PR-IND-1001 | Authentic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Pune medical devices</a:t>
            </a:r>
            <a:br/>
            <a:r>
              <a:t>Origin: Pimpri-Chinchwad, Pune</a:t>
            </a:r>
            <a:br/>
            <a:r>
              <a:t>Route: Pune -&gt; Jebel Ali, Dubai</a:t>
            </a:r>
            <a:br/>
            <a:r>
              <a:t>Risk: LOW | Score: 8.5</a:t>
            </a:r>
            <a:br/>
            <a:r>
              <a:t>Use: clean certificate and successful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5780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82296" cy="374903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8463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172A"/>
                </a:solidFill>
              </a:defRPr>
            </a:pPr>
            <a:r>
              <a:t>PR-IND-2002 | Tampered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Surat cotton shipment</a:t>
            </a:r>
            <a:br/>
            <a:r>
              <a:t>Origin: Surat, Gujarat</a:t>
            </a:r>
            <a:br/>
            <a:r>
              <a:t>Checkpoint: Nhava Sheva, Navi Mumbai</a:t>
            </a:r>
            <a:br/>
            <a:r>
              <a:t>Risk: HIGH | Score: 82.0</a:t>
            </a:r>
            <a:br/>
            <a:r>
              <a:t>Use: altered report, ELA + copied stamp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4155"/>
                </a:solidFill>
              </a:defRPr>
            </a:pPr>
            <a:r>
              <a:t>ProofRoute | Hinglish Explainer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8. Security aur Important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User ko proof aur probability ko mix nahi karna chahiye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VALID/TAMPERED hash result = cryptographic verification.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ML risk score = probabilistic analysis; absolute fraud proof nahi.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Private document contents blockchain par store nahi hote.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Uploaded files untrusted input hain: size, MIME type aur path validate hote hain.</a:t>
            </a:r>
          </a:p>
          <a:p>
            <a:pPr>
              <a:spcAft>
                <a:spcPts val="1300"/>
              </a:spcAft>
              <a:defRPr sz="1800">
                <a:solidFill>
                  <a:srgbClr val="0F172A"/>
                </a:solidFill>
              </a:defRPr>
            </a:pPr>
            <a:r>
              <a:t>Risk output issuer ko ban/delete ya blockchain state change nahi karta.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4155"/>
                </a:solidFill>
              </a:defRPr>
            </a:pPr>
            <a:r>
              <a:t>ProofRoute | Hinglish Explainer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9. Demo Run Karne ke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BAE6FD"/>
                </a:solidFill>
                <a:latin typeface="Consolas"/>
              </a:defRPr>
            </a:pPr>
            <a:r>
              <a:t>Backend:  Set-Location backend; python -m uvicorn app.main:app --reload --port 8000</a:t>
            </a:r>
          </a:p>
          <a:p>
            <a:pPr>
              <a:spcAft>
                <a:spcPts val="1800"/>
              </a:spcAft>
              <a:defRPr sz="1900">
                <a:solidFill>
                  <a:srgbClr val="BAE6FD"/>
                </a:solidFill>
                <a:latin typeface="Consolas"/>
              </a:defRPr>
            </a:pPr>
            <a:r>
              <a:t>Frontend: Set-Location frontend; npm run dev</a:t>
            </a:r>
          </a:p>
          <a:p>
            <a:pPr>
              <a:spcAft>
                <a:spcPts val="1800"/>
              </a:spcAft>
              <a:defRPr sz="1900">
                <a:solidFill>
                  <a:srgbClr val="BAE6FD"/>
                </a:solidFill>
                <a:latin typeface="Consolas"/>
              </a:defRPr>
            </a:pPr>
            <a:r>
              <a:t>Open:     http://localhost:3000/forensics</a:t>
            </a:r>
          </a:p>
          <a:p>
            <a:pPr>
              <a:spcAft>
                <a:spcPts val="1800"/>
              </a:spcAft>
              <a:defRPr sz="1900">
                <a:solidFill>
                  <a:srgbClr val="BAE6FD"/>
                </a:solidFill>
                <a:latin typeface="Consolas"/>
              </a:defRPr>
            </a:pPr>
            <a:r>
              <a:t>Try IDs:  PR-IND-1001 and PR-IND-2002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Short summary: Frontend dikhaata hai, Backend coordinate karta hai, ML analyze karta hai, Blockchain proof rakhta hai.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